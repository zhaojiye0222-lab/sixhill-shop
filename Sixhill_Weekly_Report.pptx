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4A6"/>
                </a:solidFill>
              </a:defRPr>
            </a:pPr>
            <a:r>
              <a:t>1. 上周全部分销渠道周业绩汇总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[此处使用“选择性粘贴 -&gt; 链接”嵌入 Excel 表格区域]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[右侧区域: 链接 Excel 动态条形图]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114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[右侧区域: 链接 Excel 环形图]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4A6"/>
                </a:solidFill>
              </a:defRPr>
            </a:pPr>
            <a:r>
              <a:t>2. 各渠道具体完成情况与数据分析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0054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1</a:t>
            </a:r>
          </a:p>
          <a:p>
            <a:r>
              <a:t>(销售额/完成率/同环比)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371600"/>
            <a:ext cx="1828800" cy="914400"/>
          </a:xfrm>
          <a:prstGeom prst="rect">
            <a:avLst/>
          </a:prstGeom>
          <a:solidFill>
            <a:srgbClr val="0054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2</a:t>
            </a:r>
          </a:p>
          <a:p>
            <a:r>
              <a:t>(销售额/完成率/同环比)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1828800" cy="914400"/>
          </a:xfrm>
          <a:prstGeom prst="rect">
            <a:avLst/>
          </a:prstGeom>
          <a:solidFill>
            <a:srgbClr val="0054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3</a:t>
            </a:r>
          </a:p>
          <a:p>
            <a:r>
              <a:t>(销售额/完成率/同环比)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371600"/>
            <a:ext cx="1828800" cy="914400"/>
          </a:xfrm>
          <a:prstGeom prst="rect">
            <a:avLst/>
          </a:prstGeom>
          <a:solidFill>
            <a:srgbClr val="0054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4</a:t>
            </a:r>
          </a:p>
          <a:p>
            <a:r>
              <a:t>(销售额/完成率/同环比)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[中间留空: 链接 Excel 折线图]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异常说明:</a:t>
            </a:r>
          </a:p>
          <a:p>
            <a:r>
              <a:t>[在此填写异常原因]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结论建议:</a:t>
            </a:r>
          </a:p>
          <a:p>
            <a:r>
              <a:t>[在此填写改进建议]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4A6"/>
                </a:solidFill>
              </a:defRPr>
            </a:pPr>
            <a:r>
              <a:t>3. 各渠道本周工作完成情况说明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[此处嵌入 Excel 4栏表格: 渠道/工作项/状态/备注]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共性风险总结:</a:t>
            </a:r>
          </a:p>
          <a:p>
            <a:r>
              <a:t>[在此填写各渠道共性风险与应对措施]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4A6"/>
                </a:solidFill>
              </a:defRPr>
            </a:pPr>
            <a:r>
              <a:t>4. 各渠道下周工作安排说明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[日期区域: 链接自 Excel (开始 至 结束)]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左侧重点事项编号:</a:t>
            </a:r>
          </a:p>
          <a:p>
            <a:r>
              <a:t>1.</a:t>
            </a:r>
          </a:p>
          <a:p>
            <a:r>
              <a:t>2.</a:t>
            </a:r>
          </a:p>
          <a:p>
            <a:r>
              <a:t>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右侧预期输出与优先级(高/中/低):</a:t>
            </a:r>
          </a:p>
          <a:p>
            <a:r>
              <a:t>- 输出A (高)</a:t>
            </a:r>
          </a:p>
          <a:p>
            <a:r>
              <a:t>- 输出B (中)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4A6"/>
                </a:solidFill>
              </a:defRPr>
            </a:pPr>
            <a:r>
              <a:t>5. 未来一周及本月剩余目标额说明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[此处嵌入 Excel 表格及数据进度条]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资源需求与风险:</a:t>
            </a:r>
          </a:p>
          <a:p>
            <a:r>
              <a:t>[在此填写需协调的资源与潜在风险]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54A6"/>
                </a:solidFill>
              </a:defRPr>
            </a:pPr>
            <a:r>
              <a:t>6. AI 驱动的业绩增长方案与计划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机会点洞察:</a:t>
            </a:r>
          </a:p>
          <a:p>
            <a:r>
              <a:t>[填入 AI 分析得出的增长结论]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[行动方案 5 列表格:</a:t>
            </a:r>
          </a:p>
          <a:p>
            <a:r>
              <a:t>动作 | 负责人 | 起止日期 | 预期提升]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[右侧预留甘特图示意区]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成功指标区:</a:t>
            </a:r>
          </a:p>
          <a:p>
            <a:r>
              <a:t>[如: 转化率提升 5%, 客单价提高 10%]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